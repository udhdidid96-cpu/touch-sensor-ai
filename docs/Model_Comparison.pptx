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8D9B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1.0</c:v>
                </c:pt>
                <c:pt idx="1">
                  <c:v>3.15</c:v>
                </c:pt>
                <c:pt idx="2">
                  <c:v>2.71</c:v>
                </c:pt>
              </c:numLit>
            </c:plus>
            <c:minus>
              <c:numLit>
                <c:formatCode>General</c:formatCode>
                <c:ptCount val="3"/>
                <c:pt idx="0">
                  <c:v>1.0</c:v>
                </c:pt>
                <c:pt idx="1">
                  <c:v>3.15</c:v>
                </c:pt>
                <c:pt idx="2">
                  <c:v>2.71</c:v>
                </c:pt>
              </c:numLit>
            </c:minus>
            <c:spPr>
              <a:ln w="9525" cap="flat">
                <a:solidFill>
                  <a:srgbClr val="4A5A66"/>
                </a:solidFill>
              </a:ln>
            </c:spPr>
          </c:errBars>
          <c:cat>
            <c:multiLvlStrRef>
              <c:f>Sheet1!$A$2:$A$4</c:f>
              <c:multiLvlStrCache>
                <c:ptCount val="3"/>
                <c:lvl>
                  <c:pt idx="0">
                    <c:v>File-level accuracy</c:v>
                  </c:pt>
                  <c:pt idx="1">
                    <c:v>Episode sensitivity</c:v>
                  </c:pt>
                  <c:pt idx="2">
                    <c:v>Pull 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96.53</c:v>
                </c:pt>
                <c:pt idx="1">
                  <c:v>86.85</c:v>
                </c:pt>
                <c:pt idx="2">
                  <c:v>93.97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Extra Trees</c:v>
                </c:pt>
              </c:strCache>
            </c:strRef>
          </c:tx>
          <c:spPr>
            <a:solidFill>
              <a:srgbClr val="C3CC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1.06</c:v>
                </c:pt>
                <c:pt idx="1">
                  <c:v>2.21</c:v>
                </c:pt>
                <c:pt idx="2">
                  <c:v>2.77</c:v>
                </c:pt>
              </c:numLit>
            </c:plus>
            <c:minus>
              <c:numLit>
                <c:formatCode>General</c:formatCode>
                <c:ptCount val="3"/>
                <c:pt idx="0">
                  <c:v>1.06</c:v>
                </c:pt>
                <c:pt idx="1">
                  <c:v>2.21</c:v>
                </c:pt>
                <c:pt idx="2">
                  <c:v>2.77</c:v>
                </c:pt>
              </c:numLit>
            </c:minus>
            <c:spPr>
              <a:ln w="9525" cap="flat">
                <a:solidFill>
                  <a:srgbClr val="4A5A66"/>
                </a:solidFill>
              </a:ln>
            </c:spPr>
          </c:errBars>
          <c:cat>
            <c:multiLvlStrRef>
              <c:f>Sheet1!$A$2:$A$4</c:f>
              <c:multiLvlStrCache>
                <c:ptCount val="3"/>
                <c:lvl>
                  <c:pt idx="0">
                    <c:v>File-level accuracy</c:v>
                  </c:pt>
                  <c:pt idx="1">
                    <c:v>Episode sensitivity</c:v>
                  </c:pt>
                  <c:pt idx="2">
                    <c:v>Pull 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87.09</c:v>
                </c:pt>
                <c:pt idx="1">
                  <c:v>90.4</c:v>
                </c:pt>
                <c:pt idx="2">
                  <c:v>69.07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HistGradientBoosting</c:v>
                </c:pt>
              </c:strCache>
            </c:strRef>
          </c:tx>
          <c:spPr>
            <a:solidFill>
              <a:srgbClr val="1F42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0.62</c:v>
                </c:pt>
                <c:pt idx="1">
                  <c:v>1.86</c:v>
                </c:pt>
                <c:pt idx="2">
                  <c:v>1.65</c:v>
                </c:pt>
              </c:numLit>
            </c:plus>
            <c:minus>
              <c:numLit>
                <c:formatCode>General</c:formatCode>
                <c:ptCount val="3"/>
                <c:pt idx="0">
                  <c:v>0.62</c:v>
                </c:pt>
                <c:pt idx="1">
                  <c:v>1.86</c:v>
                </c:pt>
                <c:pt idx="2">
                  <c:v>1.65</c:v>
                </c:pt>
              </c:numLit>
            </c:minus>
            <c:spPr>
              <a:ln w="9525" cap="flat">
                <a:solidFill>
                  <a:srgbClr val="4A5A66"/>
                </a:solidFill>
              </a:ln>
            </c:spPr>
          </c:errBars>
          <c:cat>
            <c:multiLvlStrRef>
              <c:f>Sheet1!$A$2:$A$4</c:f>
              <c:multiLvlStrCache>
                <c:ptCount val="3"/>
                <c:lvl>
                  <c:pt idx="0">
                    <c:v>File-level accuracy</c:v>
                  </c:pt>
                  <c:pt idx="1">
                    <c:v>Episode sensitivity</c:v>
                  </c:pt>
                  <c:pt idx="2">
                    <c:v>Pull recall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98.44</c:v>
                </c:pt>
                <c:pt idx="1">
                  <c:v>98.22</c:v>
                </c:pt>
                <c:pt idx="2">
                  <c:v>99.07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9C2CC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620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5DB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EDF0F6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C6B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EDF0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0350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Numbers, Side By Side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155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estimators on identical folds and identical features; only the estimator differs. Bars are the mean of 100 repeated grouped 5-fold cross-validations, whiskers one standard deviation. Groups are recordings, so no frame from a file is ever in both train and test.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10642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051560" y="5541264"/>
            <a:ext cx="3489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</a:t>
            </a:r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±1.0</a:t>
            </a:r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algn="ctr" indent="0" marL="0">
              <a:buNone/>
            </a:pPr>
            <a:r>
              <a:rPr lang="en-US" sz="11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</a:t>
            </a:r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±1.1</a:t>
            </a:r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algn="ctr" indent="0" marL="0">
              <a:buNone/>
            </a:pPr>
            <a:r>
              <a:rPr lang="en-US" sz="1150" b="1" dirty="0">
                <a:solidFill>
                  <a:srgbClr val="1F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</a:t>
            </a:r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±0.6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41520" y="5541264"/>
            <a:ext cx="3489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</a:t>
            </a:r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±3.1</a:t>
            </a:r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algn="ctr" indent="0" marL="0">
              <a:buNone/>
            </a:pPr>
            <a:r>
              <a:rPr lang="en-US" sz="11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</a:t>
            </a:r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±2.2</a:t>
            </a:r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algn="ctr" indent="0" marL="0">
              <a:buNone/>
            </a:pPr>
            <a:r>
              <a:rPr lang="en-US" sz="1150" b="1" dirty="0">
                <a:solidFill>
                  <a:srgbClr val="1F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</a:t>
            </a:r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±1.9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031480" y="5541264"/>
            <a:ext cx="3489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</a:t>
            </a:r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±2.7</a:t>
            </a:r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algn="ctr" indent="0" marL="0">
              <a:buNone/>
            </a:pPr>
            <a:r>
              <a:rPr lang="en-US" sz="11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69.1</a:t>
            </a:r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±2.8</a:t>
            </a:r>
            <a:pPr algn="ct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algn="ctr" indent="0" marL="0">
              <a:buNone/>
            </a:pPr>
            <a:r>
              <a:rPr lang="en-US" sz="1150" b="1" dirty="0">
                <a:solidFill>
                  <a:srgbClr val="1F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</a:t>
            </a:r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±1.6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58887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 recall is 100.0% for all three estimators, so it separates nothing and is left out. Every figure is a single sensor mounting; none of it shows generalisation to a re-attached patch.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B3247"/>
          </a:solidFill>
          <a:ln w="12700">
            <a:solidFill>
              <a:srgbClr val="1B32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6309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630936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2026-08-30T11:06:44Z</dcterms:created>
  <dcterms:modified xsi:type="dcterms:W3CDTF">2026-08-30T11:06:44Z</dcterms:modified>
</cp:coreProperties>
</file>