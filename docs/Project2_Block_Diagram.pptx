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Smart Dressing Decides, and How It Learned To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says what that stage does; the labels on the arrows say what it hands 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052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LEARNED WHAT TO LOOK FOR  -  done once, before use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617720" y="90525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40" kern="0" dirty="0">
                <a:solidFill>
                  <a:srgbClr val="9B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AT THE BEDSIDE  -  about twice a second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617720" y="1115568"/>
            <a:ext cx="41148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2F5B6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Dressing</a:t>
            </a:r>
            <a:endParaRPr lang="en-US" sz="12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sensing pads sitting over the tube fixation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847088"/>
            <a:ext cx="41148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2F5B6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Distrust a Broken Reading</a:t>
            </a:r>
            <a:endParaRPr lang="en-US" sz="12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sensor drops out, hold the last level rather than say all is well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578608"/>
            <a:ext cx="41148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2F5B6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the Slow Drift</a:t>
            </a:r>
            <a:endParaRPr lang="en-US" sz="12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 and body heat move the reading over hours; only sudden change matters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310128"/>
            <a:ext cx="41148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2F5B6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Moment</a:t>
            </a:r>
            <a:endParaRPr lang="en-US" sz="12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each pad moved, how many moved together, and how deep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4041648"/>
            <a:ext cx="41148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2F5B6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Is Happening</a:t>
            </a:r>
            <a:endParaRPr lang="en-US" sz="12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nothing, a touch, the dressing peeling, or the tube being pulled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4773168"/>
            <a:ext cx="41148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2F5B6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Agreement</a:t>
            </a:r>
            <a:endParaRPr lang="en-US" sz="12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odd moment is not an alarm; several in a row 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1645920"/>
            <a:ext cx="0" cy="201168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6739128" y="16504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readings, about twice a second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675120" y="2377440"/>
            <a:ext cx="0" cy="201168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739128" y="23820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reading worth trusting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675120" y="3108960"/>
            <a:ext cx="0" cy="201168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739128" y="31135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each pad changed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675120" y="3840480"/>
            <a:ext cx="0" cy="201168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739128" y="38450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description of that moment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675120" y="4572000"/>
            <a:ext cx="0" cy="201168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739128" y="45765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likely each of the four levels is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675120" y="5303520"/>
            <a:ext cx="0" cy="201168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617720" y="5504688"/>
            <a:ext cx="4114800" cy="420624"/>
          </a:xfrm>
          <a:prstGeom prst="roundRect">
            <a:avLst>
              <a:gd name="adj" fmla="val 13043"/>
            </a:avLst>
          </a:prstGeom>
          <a:solidFill>
            <a:srgbClr val="17323E"/>
          </a:solidFill>
          <a:ln w="12700">
            <a:solidFill>
              <a:srgbClr val="17323E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serious it is,  how risky,  and where the patch is lifting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4041648"/>
            <a:ext cx="26060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4C8299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6F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Risky, 0 to 100</a:t>
            </a:r>
            <a:endParaRPr lang="en-US" sz="12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for the bedside trend chart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732520" y="4306824"/>
            <a:ext cx="365760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401300" y="4572000"/>
            <a:ext cx="0" cy="114300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01300" y="5715000"/>
            <a:ext cx="-1668780" cy="0"/>
          </a:xfrm>
          <a:prstGeom prst="line">
            <a:avLst/>
          </a:prstGeom>
          <a:noFill/>
          <a:ln w="13970">
            <a:solidFill>
              <a:srgbClr val="45565F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02920" y="1115568"/>
            <a:ext cx="31089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98A4AC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Behaviour</a:t>
            </a:r>
            <a:endParaRPr lang="en-US" sz="12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recordings of nine known things happening to the patch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1847088"/>
            <a:ext cx="31089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98A4AC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Removal and Description</a:t>
            </a:r>
            <a:endParaRPr lang="en-US" sz="12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learning sees exactly what the bedside will see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2578608"/>
            <a:ext cx="31089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98A4AC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Patterns</a:t>
            </a:r>
            <a:endParaRPr lang="en-US" sz="12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decision-tree model, over every recording at once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3310128"/>
            <a:ext cx="31089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98A4AC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Honestly</a:t>
            </a:r>
            <a:endParaRPr lang="en-US" sz="12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only on recordings it never learned from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4041648"/>
            <a:ext cx="31089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9C3B2E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Before Release</a:t>
            </a:r>
            <a:endParaRPr lang="en-US" sz="12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numbers again, every test passing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057400" y="1645920"/>
            <a:ext cx="0" cy="201168"/>
          </a:xfrm>
          <a:prstGeom prst="line">
            <a:avLst/>
          </a:prstGeom>
          <a:noFill/>
          <a:ln w="13970">
            <a:solidFill>
              <a:srgbClr val="98A4A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057400" y="2377440"/>
            <a:ext cx="0" cy="201168"/>
          </a:xfrm>
          <a:prstGeom prst="line">
            <a:avLst/>
          </a:prstGeom>
          <a:noFill/>
          <a:ln w="13970">
            <a:solidFill>
              <a:srgbClr val="98A4A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057400" y="3108960"/>
            <a:ext cx="0" cy="201168"/>
          </a:xfrm>
          <a:prstGeom prst="line">
            <a:avLst/>
          </a:prstGeom>
          <a:noFill/>
          <a:ln w="13970">
            <a:solidFill>
              <a:srgbClr val="98A4A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057400" y="3840480"/>
            <a:ext cx="0" cy="201168"/>
          </a:xfrm>
          <a:prstGeom prst="line">
            <a:avLst/>
          </a:prstGeom>
          <a:noFill/>
          <a:ln w="13970">
            <a:solidFill>
              <a:srgbClr val="98A4A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611880" y="4306824"/>
            <a:ext cx="1005840" cy="0"/>
          </a:xfrm>
          <a:prstGeom prst="line">
            <a:avLst/>
          </a:prstGeom>
          <a:noFill/>
          <a:ln w="13970">
            <a:solidFill>
              <a:srgbClr val="9C3B2E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3611880" y="40873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learned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272784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one round of bench recordings with a single patch mounting: every event was caught, at roughly eight false alarms an hour.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2026-08-30T10:05:58Z</dcterms:created>
  <dcterms:modified xsi:type="dcterms:W3CDTF">2026-08-30T10:05:58Z</dcterms:modified>
</cp:coreProperties>
</file>